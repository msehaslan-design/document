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iriş" id="{f1f3f902-abe0-6699-bdae-ab5591a948a0}">
          <p14:sldIdLst>
            <p14:sldId id="256"/>
            <p14:sldId id="257"/>
            <p14:sldId id="258"/>
          </p14:sldIdLst>
        </p14:section>
        <p14:section name="Konu" id="{c48c8f47-6204-9a77-7b81-3254af02f266}">
          <p14:sldIdLst>
            <p14:sldId id="259"/>
            <p14:sldId id="260"/>
            <p14:sldId id="261"/>
            <p14:sldId id="262"/>
          </p14:sldIdLst>
        </p14:section>
        <p14:section name="Kapanış" id="{e9ea0dd3-6337-4567-8ead-3b170e2e7c11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Konuşma notlarınızı her slaytın altındaki not alanına yazın.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I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65960"/>
            <a:ext cx="84124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tr-TR" altLang="en-US" sz="44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endParaRPr lang="tr-TR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03320"/>
            <a:ext cx="8412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tr-TR" altLang="en-US" sz="200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endParaRPr lang="tr-TR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ÖLÜM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554480"/>
            <a:ext cx="3657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tr-TR" altLang="en-US" sz="8800" b="1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endParaRPr lang="tr-TR" sz="8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063240"/>
            <a:ext cx="100584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tr-TR" altLang="en-US" sz="40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endParaRPr lang="tr-TR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ÇERİK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tr-TR" altLang="en-US" sz="3200" b="1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endParaRPr lang="tr-TR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63040"/>
            <a:ext cx="11094415" cy="457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tr-TR" altLang="en-US" sz="2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indent="0" marL="0">
              <a:buNone/>
            </a:pPr>
            <a:endParaRPr lang="tr-T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İN VE GÖRSE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tr-TR" altLang="en-US" sz="3200" b="1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endParaRPr lang="tr-TR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63040"/>
            <a:ext cx="5394960" cy="457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tr-TR" altLang="en-US" sz="2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indent="0" marL="0">
              <a:buNone/>
            </a:pPr>
            <a:endParaRPr lang="tr-TR" sz="2000" dirty="0"/>
          </a:p>
        </p:txBody>
      </p:sp>
      <p:sp>
        <p:nvSpPr>
          <p:cNvPr id="4" name="Text 0"/>
          <p:cNvSpPr/>
          <p:nvPr>
            <p:ph idx="102" hasCustomPrompt="1"/>
          </p:nvPr>
        </p:nvSpPr>
        <p:spPr>
          <a:xfrm>
            <a:off x="6400800" y="1463040"/>
            <a:ext cx="5242255" cy="457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Görsel eklemek için tıklayın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LNIZCA BAŞLIK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tr-TR" altLang="en-US" sz="3200" b="1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endParaRPr lang="tr-T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ANIŞ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1094415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tr-TR" altLang="en-US" sz="48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endParaRPr lang="tr-TR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204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tr-TR" altLang="en-US" sz="220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ctr" indent="0" marL="0">
              <a:buNone/>
            </a:pPr>
            <a:endParaRPr lang="tr-TR" sz="2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üs dairesi 1"/>
          <p:cNvSpPr/>
          <p:nvPr/>
        </p:nvSpPr>
        <p:spPr>
          <a:xfrm>
            <a:off x="7985455" y="-1463040"/>
            <a:ext cx="5669280" cy="5669280"/>
          </a:xfrm>
          <a:prstGeom prst="ellipse">
            <a:avLst/>
          </a:prstGeom>
          <a:solidFill>
            <a:schemeClr val="accent1">
              <a:alpha val="28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3" name="Süs dairesi 2"/>
          <p:cNvSpPr/>
          <p:nvPr/>
        </p:nvSpPr>
        <p:spPr>
          <a:xfrm>
            <a:off x="9997135" y="4023360"/>
            <a:ext cx="3108960" cy="3108960"/>
          </a:xfrm>
          <a:prstGeom prst="ellipse">
            <a:avLst/>
          </a:prstGeom>
          <a:solidFill>
            <a:schemeClr val="accent5">
              <a:alpha val="20000"/>
            </a:schemeClr>
          </a:solidFill>
          <a:ln w="12700">
            <a:solidFill>
              <a:schemeClr val="accent5">
                <a:alpha val="0"/>
              </a:schemeClr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196596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tr-TR" altLang="en-US" sz="44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[Ders başlığı]</a:t>
            </a:r>
            <a:endParaRPr lang="tr-TR" sz="4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37033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r-TR" altLang="en-US" sz="200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[Ad Soyad] · [Kurum] · [Tarih]</a:t>
            </a:r>
            <a:endParaRPr lang="tr-TR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altLang="en-US" sz="3200" b="1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Öğrenme hedefleri</a:t>
            </a:r>
            <a:endParaRPr lang="tr-TR" sz="3200" dirty="0"/>
          </a:p>
        </p:txBody>
      </p:sp>
      <p:sp>
        <p:nvSpPr>
          <p:cNvPr id="3" name="Hedef kartı 1"/>
          <p:cNvSpPr/>
          <p:nvPr/>
        </p:nvSpPr>
        <p:spPr>
          <a:xfrm>
            <a:off x="548640" y="1600200"/>
            <a:ext cx="3484778" cy="4206240"/>
          </a:xfrm>
          <a:prstGeom prst="roundRect">
            <a:avLst>
              <a:gd name="adj" fmla="val 31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Hedef 1"/>
          <p:cNvSpPr/>
          <p:nvPr/>
        </p:nvSpPr>
        <p:spPr>
          <a:xfrm>
            <a:off x="868680" y="19659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Hedef 1 metni"/>
          <p:cNvSpPr txBox="1"/>
          <p:nvPr/>
        </p:nvSpPr>
        <p:spPr>
          <a:xfrm>
            <a:off x="86868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altLang="en-US" sz="18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tr-TR" sz="1800" dirty="0"/>
          </a:p>
        </p:txBody>
      </p:sp>
      <p:sp>
        <p:nvSpPr>
          <p:cNvPr id="6" name="Hedef 1 giriş"/>
          <p:cNvSpPr txBox="1"/>
          <p:nvPr/>
        </p:nvSpPr>
        <p:spPr>
          <a:xfrm>
            <a:off x="868680" y="278892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altLang="en-US" sz="14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 dersin sonunda katılımcılar</a:t>
            </a:r>
            <a:endParaRPr lang="tr-TR" sz="1400" dirty="0"/>
          </a:p>
        </p:txBody>
      </p:sp>
      <p:sp>
        <p:nvSpPr>
          <p:cNvPr id="7" name="Hedef 1 metni"/>
          <p:cNvSpPr txBox="1"/>
          <p:nvPr/>
        </p:nvSpPr>
        <p:spPr>
          <a:xfrm>
            <a:off x="868680" y="3246120"/>
            <a:ext cx="284469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altLang="en-US" sz="2000" b="1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[Birinci hedef]</a:t>
            </a:r>
            <a:endParaRPr lang="tr-TR" sz="2000" dirty="0"/>
          </a:p>
        </p:txBody>
      </p:sp>
      <p:sp>
        <p:nvSpPr>
          <p:cNvPr id="8" name="Hedef kartı 2"/>
          <p:cNvSpPr/>
          <p:nvPr/>
        </p:nvSpPr>
        <p:spPr>
          <a:xfrm>
            <a:off x="4353458" y="1600200"/>
            <a:ext cx="3484778" cy="4206240"/>
          </a:xfrm>
          <a:prstGeom prst="roundRect">
            <a:avLst>
              <a:gd name="adj" fmla="val 31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Hedef 2"/>
          <p:cNvSpPr/>
          <p:nvPr/>
        </p:nvSpPr>
        <p:spPr>
          <a:xfrm>
            <a:off x="4673498" y="19659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Hedef 2 metni"/>
          <p:cNvSpPr txBox="1"/>
          <p:nvPr/>
        </p:nvSpPr>
        <p:spPr>
          <a:xfrm>
            <a:off x="4673498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altLang="en-US" sz="18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tr-TR" sz="1800" dirty="0"/>
          </a:p>
        </p:txBody>
      </p:sp>
      <p:sp>
        <p:nvSpPr>
          <p:cNvPr id="11" name="Hedef 2 giriş"/>
          <p:cNvSpPr txBox="1"/>
          <p:nvPr/>
        </p:nvSpPr>
        <p:spPr>
          <a:xfrm>
            <a:off x="4673498" y="278892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altLang="en-US" sz="14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 dersin sonunda katılımcılar</a:t>
            </a:r>
            <a:endParaRPr lang="tr-TR" sz="1400" dirty="0"/>
          </a:p>
        </p:txBody>
      </p:sp>
      <p:sp>
        <p:nvSpPr>
          <p:cNvPr id="12" name="Hedef 2 metni"/>
          <p:cNvSpPr txBox="1"/>
          <p:nvPr/>
        </p:nvSpPr>
        <p:spPr>
          <a:xfrm>
            <a:off x="4673498" y="3246120"/>
            <a:ext cx="284469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altLang="en-US" sz="2000" b="1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[İkinci hedef]</a:t>
            </a:r>
            <a:endParaRPr lang="tr-TR" sz="2000" dirty="0"/>
          </a:p>
        </p:txBody>
      </p:sp>
      <p:sp>
        <p:nvSpPr>
          <p:cNvPr id="13" name="Hedef kartı 3"/>
          <p:cNvSpPr/>
          <p:nvPr/>
        </p:nvSpPr>
        <p:spPr>
          <a:xfrm>
            <a:off x="8158277" y="1600200"/>
            <a:ext cx="3484778" cy="4206240"/>
          </a:xfrm>
          <a:prstGeom prst="roundRect">
            <a:avLst>
              <a:gd name="adj" fmla="val 31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Hedef 3"/>
          <p:cNvSpPr/>
          <p:nvPr/>
        </p:nvSpPr>
        <p:spPr>
          <a:xfrm>
            <a:off x="8478317" y="19659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Hedef 3 metni"/>
          <p:cNvSpPr txBox="1"/>
          <p:nvPr/>
        </p:nvSpPr>
        <p:spPr>
          <a:xfrm>
            <a:off x="8478317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altLang="en-US" sz="18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tr-TR" sz="1800" dirty="0"/>
          </a:p>
        </p:txBody>
      </p:sp>
      <p:sp>
        <p:nvSpPr>
          <p:cNvPr id="16" name="Hedef 3 giriş"/>
          <p:cNvSpPr txBox="1"/>
          <p:nvPr/>
        </p:nvSpPr>
        <p:spPr>
          <a:xfrm>
            <a:off x="8478317" y="2788920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altLang="en-US" sz="14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 dersin sonunda katılımcılar</a:t>
            </a:r>
            <a:endParaRPr lang="tr-TR" sz="1400" dirty="0"/>
          </a:p>
        </p:txBody>
      </p:sp>
      <p:sp>
        <p:nvSpPr>
          <p:cNvPr id="17" name="Hedef 3 metni"/>
          <p:cNvSpPr txBox="1"/>
          <p:nvPr/>
        </p:nvSpPr>
        <p:spPr>
          <a:xfrm>
            <a:off x="8478317" y="3246120"/>
            <a:ext cx="284469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altLang="en-US" sz="2000" b="1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[Üçüncü hedef]</a:t>
            </a:r>
            <a:endParaRPr lang="tr-T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altLang="en-US" sz="3200" b="1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Ders akışı</a:t>
            </a:r>
            <a:endParaRPr lang="tr-TR" sz="3200" dirty="0"/>
          </a:p>
        </p:txBody>
      </p:sp>
      <p:sp>
        <p:nvSpPr>
          <p:cNvPr id="3" name="Akış çizgisi"/>
          <p:cNvSpPr/>
          <p:nvPr/>
        </p:nvSpPr>
        <p:spPr>
          <a:xfrm>
            <a:off x="1935442" y="3063240"/>
            <a:ext cx="8320811" cy="0"/>
          </a:xfrm>
          <a:prstGeom prst="line">
            <a:avLst/>
          </a:prstGeom>
          <a:noFill/>
          <a:ln w="38100">
            <a:solidFill>
              <a:schemeClr val="accent5"/>
            </a:solidFill>
            <a:prstDash val="solid"/>
          </a:ln>
        </p:spPr>
      </p:sp>
      <p:sp>
        <p:nvSpPr>
          <p:cNvPr id="4" name="Adım 1"/>
          <p:cNvSpPr/>
          <p:nvPr/>
        </p:nvSpPr>
        <p:spPr>
          <a:xfrm>
            <a:off x="1523962" y="265176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Adım 1 metni"/>
          <p:cNvSpPr txBox="1"/>
          <p:nvPr/>
        </p:nvSpPr>
        <p:spPr>
          <a:xfrm>
            <a:off x="1523962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altLang="en-US" sz="18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tr-TR" sz="1800" dirty="0"/>
          </a:p>
        </p:txBody>
      </p:sp>
      <p:sp>
        <p:nvSpPr>
          <p:cNvPr id="6" name="Adım 1 metni"/>
          <p:cNvSpPr txBox="1"/>
          <p:nvPr/>
        </p:nvSpPr>
        <p:spPr>
          <a:xfrm>
            <a:off x="640080" y="3749040"/>
            <a:ext cx="25907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altLang="en-US" sz="1800" b="1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Giriş</a:t>
            </a:r>
            <a:endParaRPr lang="tr-TR" sz="1800" dirty="0"/>
          </a:p>
        </p:txBody>
      </p:sp>
      <p:sp>
        <p:nvSpPr>
          <p:cNvPr id="7" name="Adım 1 açıklama"/>
          <p:cNvSpPr txBox="1"/>
          <p:nvPr/>
        </p:nvSpPr>
        <p:spPr>
          <a:xfrm>
            <a:off x="640080" y="4389120"/>
            <a:ext cx="2590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altLang="en-US" sz="14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[kısa açıklama]</a:t>
            </a:r>
            <a:endParaRPr lang="tr-TR" sz="1400" dirty="0"/>
          </a:p>
        </p:txBody>
      </p:sp>
      <p:sp>
        <p:nvSpPr>
          <p:cNvPr id="8" name="Adım 2"/>
          <p:cNvSpPr/>
          <p:nvPr/>
        </p:nvSpPr>
        <p:spPr>
          <a:xfrm>
            <a:off x="4297566" y="265176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Adım 2 metni"/>
          <p:cNvSpPr txBox="1"/>
          <p:nvPr/>
        </p:nvSpPr>
        <p:spPr>
          <a:xfrm>
            <a:off x="4297566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altLang="en-US" sz="18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tr-TR" sz="1800" dirty="0"/>
          </a:p>
        </p:txBody>
      </p:sp>
      <p:sp>
        <p:nvSpPr>
          <p:cNvPr id="10" name="Adım 2 metni"/>
          <p:cNvSpPr txBox="1"/>
          <p:nvPr/>
        </p:nvSpPr>
        <p:spPr>
          <a:xfrm>
            <a:off x="3413684" y="3749040"/>
            <a:ext cx="25907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altLang="en-US" sz="1800" b="1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[Birinci konu]</a:t>
            </a:r>
            <a:endParaRPr lang="tr-TR" sz="1800" dirty="0"/>
          </a:p>
        </p:txBody>
      </p:sp>
      <p:sp>
        <p:nvSpPr>
          <p:cNvPr id="11" name="Adım 2 açıklama"/>
          <p:cNvSpPr txBox="1"/>
          <p:nvPr/>
        </p:nvSpPr>
        <p:spPr>
          <a:xfrm>
            <a:off x="3413684" y="4389120"/>
            <a:ext cx="2590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altLang="en-US" sz="14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[kısa açıklama]</a:t>
            </a:r>
            <a:endParaRPr lang="tr-TR" sz="1400" dirty="0"/>
          </a:p>
        </p:txBody>
      </p:sp>
      <p:sp>
        <p:nvSpPr>
          <p:cNvPr id="12" name="Adım 3"/>
          <p:cNvSpPr/>
          <p:nvPr/>
        </p:nvSpPr>
        <p:spPr>
          <a:xfrm>
            <a:off x="7071170" y="265176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Adım 3 metni"/>
          <p:cNvSpPr txBox="1"/>
          <p:nvPr/>
        </p:nvSpPr>
        <p:spPr>
          <a:xfrm>
            <a:off x="7071170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altLang="en-US" sz="18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tr-TR" sz="1800" dirty="0"/>
          </a:p>
        </p:txBody>
      </p:sp>
      <p:sp>
        <p:nvSpPr>
          <p:cNvPr id="14" name="Adım 3 metni"/>
          <p:cNvSpPr txBox="1"/>
          <p:nvPr/>
        </p:nvSpPr>
        <p:spPr>
          <a:xfrm>
            <a:off x="6187288" y="3749040"/>
            <a:ext cx="25907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altLang="en-US" sz="1800" b="1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[İkinci konu]</a:t>
            </a:r>
            <a:endParaRPr lang="tr-TR" sz="1800" dirty="0"/>
          </a:p>
        </p:txBody>
      </p:sp>
      <p:sp>
        <p:nvSpPr>
          <p:cNvPr id="15" name="Adım 3 açıklama"/>
          <p:cNvSpPr txBox="1"/>
          <p:nvPr/>
        </p:nvSpPr>
        <p:spPr>
          <a:xfrm>
            <a:off x="6187288" y="4389120"/>
            <a:ext cx="2590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altLang="en-US" sz="14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[kısa açıklama]</a:t>
            </a:r>
            <a:endParaRPr lang="tr-TR" sz="1400" dirty="0"/>
          </a:p>
        </p:txBody>
      </p:sp>
      <p:sp>
        <p:nvSpPr>
          <p:cNvPr id="16" name="Adım 4"/>
          <p:cNvSpPr/>
          <p:nvPr/>
        </p:nvSpPr>
        <p:spPr>
          <a:xfrm>
            <a:off x="9844773" y="265176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Adım 4 metni"/>
          <p:cNvSpPr txBox="1"/>
          <p:nvPr/>
        </p:nvSpPr>
        <p:spPr>
          <a:xfrm>
            <a:off x="9844773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altLang="en-US" sz="18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tr-TR" sz="1800" dirty="0"/>
          </a:p>
        </p:txBody>
      </p:sp>
      <p:sp>
        <p:nvSpPr>
          <p:cNvPr id="18" name="Adım 4 metni"/>
          <p:cNvSpPr txBox="1"/>
          <p:nvPr/>
        </p:nvSpPr>
        <p:spPr>
          <a:xfrm>
            <a:off x="8960891" y="3749040"/>
            <a:ext cx="25907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altLang="en-US" sz="1800" b="1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Özet ve sorular</a:t>
            </a:r>
            <a:endParaRPr lang="tr-TR" sz="1800" dirty="0"/>
          </a:p>
        </p:txBody>
      </p:sp>
      <p:sp>
        <p:nvSpPr>
          <p:cNvPr id="19" name="Adım 4 açıklama"/>
          <p:cNvSpPr txBox="1"/>
          <p:nvPr/>
        </p:nvSpPr>
        <p:spPr>
          <a:xfrm>
            <a:off x="8960891" y="4389120"/>
            <a:ext cx="2590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altLang="en-US" sz="14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[kısa açıklama]</a:t>
            </a:r>
            <a:endParaRPr lang="tr-T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5544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tr-TR" altLang="en-US" sz="8800" b="1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tr-TR" sz="8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0632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r-TR" altLang="en-US" sz="40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[Bölüm başlığı]</a:t>
            </a:r>
            <a:endParaRPr lang="tr-TR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altLang="en-US" sz="3200" b="1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[Slayt başlığı]</a:t>
            </a:r>
            <a:endParaRPr lang="tr-TR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63040"/>
            <a:ext cx="5394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tr-TR" altLang="en-US" sz="2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[Ana fikir]</a:t>
            </a:r>
            <a:endParaRPr lang="tr-TR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tr-TR" altLang="en-US" sz="2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[Destekleyici bilgi]</a:t>
            </a:r>
            <a:endParaRPr lang="tr-TR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tr-TR" altLang="en-US" sz="2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[Örnek ya da bulgu]</a:t>
            </a:r>
            <a:endParaRPr lang="tr-TR" sz="2000" dirty="0"/>
          </a:p>
        </p:txBody>
      </p:sp>
      <p:sp>
        <p:nvSpPr>
          <p:cNvPr id="4" name="Text 0"/>
          <p:cNvSpPr/>
          <p:nvPr>
            <p:ph idx="102" hasCustomPrompt="1"/>
          </p:nvPr>
        </p:nvSpPr>
        <p:spPr>
          <a:xfrm>
            <a:off x="6400800" y="1463040"/>
            <a:ext cx="5242255" cy="4572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altLang="en-US" sz="3200" b="1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[Karşılaştırma başlığı]</a:t>
            </a:r>
            <a:endParaRPr lang="tr-TR" sz="3200" dirty="0"/>
          </a:p>
        </p:txBody>
      </p:sp>
      <p:sp>
        <p:nvSpPr>
          <p:cNvPr id="3" name="Karşılaştırma kartı 1"/>
          <p:cNvSpPr/>
          <p:nvPr/>
        </p:nvSpPr>
        <p:spPr>
          <a:xfrm>
            <a:off x="548640" y="1600200"/>
            <a:ext cx="5364328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eçenek 1 başlığı"/>
          <p:cNvSpPr txBox="1"/>
          <p:nvPr/>
        </p:nvSpPr>
        <p:spPr>
          <a:xfrm>
            <a:off x="914400" y="1920240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altLang="en-US" sz="2400" b="1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[Seçenek A]</a:t>
            </a:r>
            <a:endParaRPr lang="tr-TR" sz="2400" dirty="0"/>
          </a:p>
        </p:txBody>
      </p:sp>
      <p:sp>
        <p:nvSpPr>
          <p:cNvPr id="5" name="Seçenek 1 maddeleri"/>
          <p:cNvSpPr txBox="1"/>
          <p:nvPr/>
        </p:nvSpPr>
        <p:spPr>
          <a:xfrm>
            <a:off x="914400" y="2651760"/>
            <a:ext cx="463280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tr-TR" altLang="en-US" sz="18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[Özellik]</a:t>
            </a:r>
            <a:endParaRPr lang="tr-TR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tr-TR" altLang="en-US" sz="18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[Avantaj]</a:t>
            </a:r>
            <a:endParaRPr lang="tr-TR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tr-TR" altLang="en-US" sz="18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[Sınırlılık]</a:t>
            </a:r>
            <a:endParaRPr lang="tr-TR" sz="1800" dirty="0"/>
          </a:p>
        </p:txBody>
      </p:sp>
      <p:sp>
        <p:nvSpPr>
          <p:cNvPr id="6" name="Karşılaştırma kartı 2"/>
          <p:cNvSpPr/>
          <p:nvPr/>
        </p:nvSpPr>
        <p:spPr>
          <a:xfrm>
            <a:off x="6278728" y="1600200"/>
            <a:ext cx="5364328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eçenek 2 başlığı"/>
          <p:cNvSpPr txBox="1"/>
          <p:nvPr/>
        </p:nvSpPr>
        <p:spPr>
          <a:xfrm>
            <a:off x="6644488" y="1920240"/>
            <a:ext cx="463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altLang="en-US" sz="2400" b="1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[Seçenek B]</a:t>
            </a:r>
            <a:endParaRPr lang="tr-TR" sz="2400" dirty="0"/>
          </a:p>
        </p:txBody>
      </p:sp>
      <p:sp>
        <p:nvSpPr>
          <p:cNvPr id="8" name="Seçenek 2 maddeleri"/>
          <p:cNvSpPr txBox="1"/>
          <p:nvPr/>
        </p:nvSpPr>
        <p:spPr>
          <a:xfrm>
            <a:off x="6644488" y="2651760"/>
            <a:ext cx="463280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tr-TR" altLang="en-US" sz="18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[Özellik]</a:t>
            </a:r>
            <a:endParaRPr lang="tr-TR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tr-TR" altLang="en-US" sz="18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[Avantaj]</a:t>
            </a:r>
            <a:endParaRPr lang="tr-TR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tr-TR" altLang="en-US" sz="18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[Sınırlılık]</a:t>
            </a:r>
            <a:endParaRPr lang="tr-T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altLang="en-US" sz="3200" b="1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Olgu: [kısa tanım]</a:t>
            </a:r>
            <a:endParaRPr lang="tr-TR" sz="3200" dirty="0"/>
          </a:p>
        </p:txBody>
      </p:sp>
      <p:sp>
        <p:nvSpPr>
          <p:cNvPr id="3" name="Olgu kartı 1"/>
          <p:cNvSpPr/>
          <p:nvPr/>
        </p:nvSpPr>
        <p:spPr>
          <a:xfrm>
            <a:off x="548640" y="1554480"/>
            <a:ext cx="541004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Olgu 1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Olgu 1 metni"/>
          <p:cNvSpPr txBox="1"/>
          <p:nvPr/>
        </p:nvSpPr>
        <p:spPr>
          <a:xfrm>
            <a:off x="8229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altLang="en-US" sz="18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tr-TR" sz="1800" dirty="0"/>
          </a:p>
        </p:txBody>
      </p:sp>
      <p:sp>
        <p:nvSpPr>
          <p:cNvPr id="6" name="Öykü başlığı"/>
          <p:cNvSpPr txBox="1"/>
          <p:nvPr/>
        </p:nvSpPr>
        <p:spPr>
          <a:xfrm>
            <a:off x="1463040" y="1828800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altLang="en-US" sz="2000" b="1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Öykü</a:t>
            </a:r>
            <a:endParaRPr lang="tr-TR" sz="2000" dirty="0"/>
          </a:p>
        </p:txBody>
      </p:sp>
      <p:sp>
        <p:nvSpPr>
          <p:cNvPr id="7" name="Öykü metni"/>
          <p:cNvSpPr txBox="1"/>
          <p:nvPr/>
        </p:nvSpPr>
        <p:spPr>
          <a:xfrm>
            <a:off x="822960" y="2468880"/>
            <a:ext cx="4861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altLang="en-US" sz="16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[Yaş, cinsiyet, şikâyet ve süresi]</a:t>
            </a:r>
            <a:endParaRPr lang="tr-TR" sz="1600" dirty="0"/>
          </a:p>
        </p:txBody>
      </p:sp>
      <p:sp>
        <p:nvSpPr>
          <p:cNvPr id="8" name="Olgu kartı 2"/>
          <p:cNvSpPr/>
          <p:nvPr/>
        </p:nvSpPr>
        <p:spPr>
          <a:xfrm>
            <a:off x="6233008" y="1554480"/>
            <a:ext cx="541004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Olgu 2"/>
          <p:cNvSpPr/>
          <p:nvPr/>
        </p:nvSpPr>
        <p:spPr>
          <a:xfrm>
            <a:off x="6507328" y="1828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Olgu 2 metni"/>
          <p:cNvSpPr txBox="1"/>
          <p:nvPr/>
        </p:nvSpPr>
        <p:spPr>
          <a:xfrm>
            <a:off x="650732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altLang="en-US" sz="18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tr-TR" sz="1800" dirty="0"/>
          </a:p>
        </p:txBody>
      </p:sp>
      <p:sp>
        <p:nvSpPr>
          <p:cNvPr id="11" name="Muayene başlığı"/>
          <p:cNvSpPr txBox="1"/>
          <p:nvPr/>
        </p:nvSpPr>
        <p:spPr>
          <a:xfrm>
            <a:off x="7147408" y="1828800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altLang="en-US" sz="2000" b="1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Muayene</a:t>
            </a:r>
            <a:endParaRPr lang="tr-TR" sz="2000" dirty="0"/>
          </a:p>
        </p:txBody>
      </p:sp>
      <p:sp>
        <p:nvSpPr>
          <p:cNvPr id="12" name="Muayene metni"/>
          <p:cNvSpPr txBox="1"/>
          <p:nvPr/>
        </p:nvSpPr>
        <p:spPr>
          <a:xfrm>
            <a:off x="6507328" y="2468880"/>
            <a:ext cx="4861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altLang="en-US" sz="16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[Önemli bulgular]</a:t>
            </a:r>
            <a:endParaRPr lang="tr-TR" sz="1600" dirty="0"/>
          </a:p>
        </p:txBody>
      </p:sp>
      <p:sp>
        <p:nvSpPr>
          <p:cNvPr id="13" name="Olgu kartı 3"/>
          <p:cNvSpPr/>
          <p:nvPr/>
        </p:nvSpPr>
        <p:spPr>
          <a:xfrm>
            <a:off x="548640" y="3886200"/>
            <a:ext cx="541004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Olgu 3"/>
          <p:cNvSpPr/>
          <p:nvPr/>
        </p:nvSpPr>
        <p:spPr>
          <a:xfrm>
            <a:off x="822960" y="4160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Olgu 3 metni"/>
          <p:cNvSpPr txBox="1"/>
          <p:nvPr/>
        </p:nvSpPr>
        <p:spPr>
          <a:xfrm>
            <a:off x="82296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altLang="en-US" sz="18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tr-TR" sz="1800" dirty="0"/>
          </a:p>
        </p:txBody>
      </p:sp>
      <p:sp>
        <p:nvSpPr>
          <p:cNvPr id="16" name="Tanı başlığı"/>
          <p:cNvSpPr txBox="1"/>
          <p:nvPr/>
        </p:nvSpPr>
        <p:spPr>
          <a:xfrm>
            <a:off x="1463040" y="4160520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altLang="en-US" sz="2000" b="1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Tanı</a:t>
            </a:r>
            <a:endParaRPr lang="tr-TR" sz="2000" dirty="0"/>
          </a:p>
        </p:txBody>
      </p:sp>
      <p:sp>
        <p:nvSpPr>
          <p:cNvPr id="17" name="Tanı metni"/>
          <p:cNvSpPr txBox="1"/>
          <p:nvPr/>
        </p:nvSpPr>
        <p:spPr>
          <a:xfrm>
            <a:off x="822960" y="4800600"/>
            <a:ext cx="4861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altLang="en-US" sz="16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[Tanı ve ayırıcı tanı]</a:t>
            </a:r>
            <a:endParaRPr lang="tr-TR" sz="1600" dirty="0"/>
          </a:p>
        </p:txBody>
      </p:sp>
      <p:sp>
        <p:nvSpPr>
          <p:cNvPr id="18" name="Olgu kartı 4"/>
          <p:cNvSpPr/>
          <p:nvPr/>
        </p:nvSpPr>
        <p:spPr>
          <a:xfrm>
            <a:off x="6233008" y="3886200"/>
            <a:ext cx="541004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Olgu 4"/>
          <p:cNvSpPr/>
          <p:nvPr/>
        </p:nvSpPr>
        <p:spPr>
          <a:xfrm>
            <a:off x="6507328" y="4160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Olgu 4 metni"/>
          <p:cNvSpPr txBox="1"/>
          <p:nvPr/>
        </p:nvSpPr>
        <p:spPr>
          <a:xfrm>
            <a:off x="6507328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altLang="en-US" sz="18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tr-TR" sz="1800" dirty="0"/>
          </a:p>
        </p:txBody>
      </p:sp>
      <p:sp>
        <p:nvSpPr>
          <p:cNvPr id="21" name="Tedavi başlığı"/>
          <p:cNvSpPr txBox="1"/>
          <p:nvPr/>
        </p:nvSpPr>
        <p:spPr>
          <a:xfrm>
            <a:off x="7147408" y="4160520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altLang="en-US" sz="2000" b="1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Tedavi</a:t>
            </a:r>
            <a:endParaRPr lang="tr-TR" sz="2000" dirty="0"/>
          </a:p>
        </p:txBody>
      </p:sp>
      <p:sp>
        <p:nvSpPr>
          <p:cNvPr id="22" name="Tedavi metni"/>
          <p:cNvSpPr txBox="1"/>
          <p:nvPr/>
        </p:nvSpPr>
        <p:spPr>
          <a:xfrm>
            <a:off x="6507328" y="4800600"/>
            <a:ext cx="4861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altLang="en-US" sz="16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[Tedavi ve izlem]</a:t>
            </a:r>
            <a:endParaRPr lang="tr-T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altLang="en-US" sz="3200" b="1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Akılda kalacak üç nokta</a:t>
            </a:r>
            <a:endParaRPr lang="tr-TR" sz="3200" dirty="0"/>
          </a:p>
        </p:txBody>
      </p:sp>
      <p:sp>
        <p:nvSpPr>
          <p:cNvPr id="3" name="Mesaj 1 numarası"/>
          <p:cNvSpPr txBox="1"/>
          <p:nvPr/>
        </p:nvSpPr>
        <p:spPr>
          <a:xfrm>
            <a:off x="548640" y="1737360"/>
            <a:ext cx="34847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altLang="en-US" sz="7200" b="1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tr-TR" sz="7200" dirty="0"/>
          </a:p>
        </p:txBody>
      </p:sp>
      <p:sp>
        <p:nvSpPr>
          <p:cNvPr id="4" name="Mesaj 1 başlığı"/>
          <p:cNvSpPr txBox="1"/>
          <p:nvPr/>
        </p:nvSpPr>
        <p:spPr>
          <a:xfrm>
            <a:off x="548640" y="3154680"/>
            <a:ext cx="33018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altLang="en-US" sz="2200" b="1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[Birinci mesaj]</a:t>
            </a:r>
            <a:endParaRPr lang="tr-TR" sz="2200" dirty="0"/>
          </a:p>
        </p:txBody>
      </p:sp>
      <p:sp>
        <p:nvSpPr>
          <p:cNvPr id="5" name="Mesaj 1 açıklaması"/>
          <p:cNvSpPr txBox="1"/>
          <p:nvPr/>
        </p:nvSpPr>
        <p:spPr>
          <a:xfrm>
            <a:off x="548640" y="3977640"/>
            <a:ext cx="33018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altLang="en-US" sz="16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[Bir cümlelik açıklama]</a:t>
            </a:r>
            <a:endParaRPr lang="tr-TR" sz="1600" dirty="0"/>
          </a:p>
        </p:txBody>
      </p:sp>
      <p:sp>
        <p:nvSpPr>
          <p:cNvPr id="6" name="Mesaj 2 numarası"/>
          <p:cNvSpPr txBox="1"/>
          <p:nvPr/>
        </p:nvSpPr>
        <p:spPr>
          <a:xfrm>
            <a:off x="4353458" y="1737360"/>
            <a:ext cx="34847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altLang="en-US" sz="7200" b="1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tr-TR" sz="7200" dirty="0"/>
          </a:p>
        </p:txBody>
      </p:sp>
      <p:sp>
        <p:nvSpPr>
          <p:cNvPr id="7" name="Mesaj 2 başlığı"/>
          <p:cNvSpPr txBox="1"/>
          <p:nvPr/>
        </p:nvSpPr>
        <p:spPr>
          <a:xfrm>
            <a:off x="4353458" y="3154680"/>
            <a:ext cx="33018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altLang="en-US" sz="2200" b="1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[İkinci mesaj]</a:t>
            </a:r>
            <a:endParaRPr lang="tr-TR" sz="2200" dirty="0"/>
          </a:p>
        </p:txBody>
      </p:sp>
      <p:sp>
        <p:nvSpPr>
          <p:cNvPr id="8" name="Mesaj 2 açıklaması"/>
          <p:cNvSpPr txBox="1"/>
          <p:nvPr/>
        </p:nvSpPr>
        <p:spPr>
          <a:xfrm>
            <a:off x="4353458" y="3977640"/>
            <a:ext cx="33018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altLang="en-US" sz="16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[Bir cümlelik açıklama]</a:t>
            </a:r>
            <a:endParaRPr lang="tr-TR" sz="1600" dirty="0"/>
          </a:p>
        </p:txBody>
      </p:sp>
      <p:sp>
        <p:nvSpPr>
          <p:cNvPr id="9" name="Mesaj 3 numarası"/>
          <p:cNvSpPr txBox="1"/>
          <p:nvPr/>
        </p:nvSpPr>
        <p:spPr>
          <a:xfrm>
            <a:off x="8158277" y="1737360"/>
            <a:ext cx="34847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r-TR" altLang="en-US" sz="7200" b="1" dirty="0">
                <a:solidFill>
                  <a:schemeClr val="accent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tr-TR" sz="7200" dirty="0"/>
          </a:p>
        </p:txBody>
      </p:sp>
      <p:sp>
        <p:nvSpPr>
          <p:cNvPr id="10" name="Mesaj 3 başlığı"/>
          <p:cNvSpPr txBox="1"/>
          <p:nvPr/>
        </p:nvSpPr>
        <p:spPr>
          <a:xfrm>
            <a:off x="8158277" y="3154680"/>
            <a:ext cx="33018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altLang="en-US" sz="2200" b="1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[Üçüncü mesaj]</a:t>
            </a:r>
            <a:endParaRPr lang="tr-TR" sz="2200" dirty="0"/>
          </a:p>
        </p:txBody>
      </p:sp>
      <p:sp>
        <p:nvSpPr>
          <p:cNvPr id="11" name="Mesaj 3 açıklaması"/>
          <p:cNvSpPr txBox="1"/>
          <p:nvPr/>
        </p:nvSpPr>
        <p:spPr>
          <a:xfrm>
            <a:off x="8158277" y="3977640"/>
            <a:ext cx="330189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r-TR" altLang="en-US" sz="1600" dirty="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[Bir cümlelik açıklama]</a:t>
            </a:r>
            <a:endParaRPr lang="tr-T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altLang="en-US" sz="3200" b="1" dirty="0">
                <a:solidFill>
                  <a:schemeClr val="tx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Kaynaklar</a:t>
            </a:r>
            <a:endParaRPr lang="tr-TR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63040"/>
            <a:ext cx="1109441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tr-TR" altLang="en-US" sz="2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Yazar A, Yazar B. Makale başlığı. Dergi adı. Yıl;Cilt(Sayı):Sayfa.</a:t>
            </a:r>
            <a:endParaRPr lang="tr-TR" sz="20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tr-TR" altLang="en-US" sz="2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Yazar C. Kitap adı. Baskı. Şehir: Yayınevi; Yıl.</a:t>
            </a:r>
            <a:endParaRPr lang="tr-TR" sz="20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tr-TR" altLang="en-US" sz="2000" dirty="0">
                <a:solidFill>
                  <a:schemeClr val="tx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[Kaynak]</a:t>
            </a:r>
            <a:endParaRPr lang="tr-T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üs dairesi 1"/>
          <p:cNvSpPr/>
          <p:nvPr/>
        </p:nvSpPr>
        <p:spPr>
          <a:xfrm>
            <a:off x="-1645920" y="3291840"/>
            <a:ext cx="4937760" cy="4937760"/>
          </a:xfrm>
          <a:prstGeom prst="ellipse">
            <a:avLst/>
          </a:prstGeom>
          <a:solidFill>
            <a:schemeClr val="accent1">
              <a:alpha val="28000"/>
            </a:schemeClr>
          </a:solidFill>
          <a:ln w="12700">
            <a:solidFill>
              <a:schemeClr val="accent1">
                <a:alpha val="0"/>
              </a:schemeClr>
            </a:solidFill>
            <a:prstDash val="solid"/>
          </a:ln>
        </p:spPr>
      </p:sp>
      <p:sp>
        <p:nvSpPr>
          <p:cNvPr id="3" name="Süs dairesi 2"/>
          <p:cNvSpPr/>
          <p:nvPr/>
        </p:nvSpPr>
        <p:spPr>
          <a:xfrm>
            <a:off x="9265615" y="-1280160"/>
            <a:ext cx="3840480" cy="3840480"/>
          </a:xfrm>
          <a:prstGeom prst="ellipse">
            <a:avLst/>
          </a:prstGeom>
          <a:solidFill>
            <a:schemeClr val="accent5">
              <a:alpha val="18000"/>
            </a:schemeClr>
          </a:solidFill>
          <a:ln w="12700">
            <a:solidFill>
              <a:schemeClr val="accent5">
                <a:alpha val="0"/>
              </a:schemeClr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10312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tr-TR" altLang="en-US" sz="48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Teşekkürler</a:t>
            </a:r>
            <a:endParaRPr lang="tr-TR" sz="4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5204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r-TR" altLang="en-US" sz="2200" dirty="0">
                <a:solidFill>
                  <a:schemeClr val="accent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Sorular?</a:t>
            </a:r>
            <a:endParaRPr lang="tr-TR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isim">
  <a:themeElements>
    <a:clrScheme name="Ofisim">
      <a:dk1>
        <a:srgbClr val="17302F"/>
      </a:dk1>
      <a:lt1>
        <a:srgbClr val="FFFFFF"/>
      </a:lt1>
      <a:dk2>
        <a:srgbClr val="0F3D3C"/>
      </a:dk2>
      <a:lt2>
        <a:srgbClr val="ECF9F4"/>
      </a:lt2>
      <a:accent1>
        <a:srgbClr val="14A3A0"/>
      </a:accent1>
      <a:accent2>
        <a:srgbClr val="2B6CD4"/>
      </a:accent2>
      <a:accent3>
        <a:srgbClr val="1F8A4C"/>
      </a:accent3>
      <a:accent4>
        <a:srgbClr val="D0562B"/>
      </a:accent4>
      <a:accent5>
        <a:srgbClr val="A9E7E4"/>
      </a:accent5>
      <a:accent6>
        <a:srgbClr val="4F6B69"/>
      </a:accent6>
      <a:hlink>
        <a:srgbClr val="0D7F7D"/>
      </a:hlink>
      <a:folHlink>
        <a:srgbClr val="4F6B69"/>
      </a:folHlink>
    </a:clrScheme>
    <a:fontScheme name="Ofisim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Ders sunumu</dc:title>
  <dc:subject>PptxGenJS Presentation</dc:subject>
  <dc:creator>Ofisim</dc:creator>
  <cp:lastModifiedBy>Ofisim</cp:lastModifiedBy>
  <cp:revision>1</cp:revision>
  <dcterms:created xsi:type="dcterms:W3CDTF">2026-10-14T02:14:20Z</dcterms:created>
  <dcterms:modified xsi:type="dcterms:W3CDTF">2026-10-14T02:14:20Z</dcterms:modified>
</cp:coreProperties>
</file>