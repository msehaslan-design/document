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png" ContentType="image/png"/>
  <Default Extension="rels" ContentType="application/vnd.openxmlformats-package.relationships+xml"/>
  <Default Extension="jpeg" ContentType="image/jpeg"/>
  <Default Extension="bin" ContentType="application/vnd.openxmlformats-officedocument.oleObject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0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 /><Relationship Id="rId5" Type="http://schemas.openxmlformats.org/officeDocument/2006/relationships/tableStyles" Target="tableStyles.xml" /><Relationship Id="rId6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">
  <p:cSld name="Başlık Slay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stilini düzenlemek için tıklayın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597A-066E-4BA3-9987-9CA3C7B3932B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065D-6214-46E6-A3E0-4B59B8210EEB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stilini düzenlemek için tıklayın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düzenleyin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597A-066E-4BA3-9987-9CA3C7B3932B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065D-6214-46E6-A3E0-4B59B8210EEB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secHead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stilini düzenlemek için tıklayın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düzenleyin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597A-066E-4BA3-9987-9CA3C7B3932B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065D-6214-46E6-A3E0-4B59B8210EEB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Obj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stilini düzenlemek için tıklayın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düzenleyin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düzenleyin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597A-066E-4BA3-9987-9CA3C7B3932B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065D-6214-46E6-A3E0-4B59B8210EEB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TxTwoObj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stilini düzenlemek için tıklayın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düzenleyin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düzenleyin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düzenleyin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düzenleyin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Tarih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597A-066E-4BA3-9987-9CA3C7B3932B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8" name="Alt 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065D-6214-46E6-A3E0-4B59B8210EEB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Only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stilini düzenlemek için tıklayın</a:t>
            </a:r>
            <a:endParaRPr lang="tr-TR"/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597A-066E-4BA3-9987-9CA3C7B3932B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065D-6214-46E6-A3E0-4B59B8210EEB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blank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597A-066E-4BA3-9987-9CA3C7B3932B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065D-6214-46E6-A3E0-4B59B8210EEB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Tx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stilini düzenlemek için tıklayın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düzenleyin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düzenleyin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597A-066E-4BA3-9987-9CA3C7B3932B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065D-6214-46E6-A3E0-4B59B8210EEB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picTx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stilini düzenlemek için tıklayın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düzenleyin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597A-066E-4BA3-9987-9CA3C7B3932B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065D-6214-46E6-A3E0-4B59B8210EEB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x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stilini düzenlemek için tıklayın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düzenleyin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597A-066E-4BA3-9987-9CA3C7B3932B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065D-6214-46E6-A3E0-4B59B8210EEB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itleAndTx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stilini düzenlemek için tıklayın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düzenleyin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597A-066E-4BA3-9987-9CA3C7B3932B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A065D-6214-46E6-A3E0-4B59B8210EEB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stilini düzenlemek için tıklayın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düzenleyin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2597A-066E-4BA3-9987-9CA3C7B3932B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A065D-6214-46E6-A3E0-4B59B8210EEB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/>
        <a:effectStyle/>
        <a:effectStyle/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Pages>0</Pages>
  <Words>0</Words>
  <Characters>0</Characters>
  <CharactersWithSpaces>0</CharactersWithSpaces>
  <Application>ONLYOFFICE/2.5.565.0</Application>
  <DocSecurity>0</DocSecurity>
  <PresentationFormat>Geniş ekran</PresentationFormat>
  <Lines>0</Lines>
  <Paragraphs>0</Paragraphs>
  <Slides>1</Slides>
  <Notes>0</Notes>
  <HiddenSlides>0</HiddenSlides>
  <MMClips>0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/>
  <cp:revision/>
  <cp:category/>
  <cp:contentStatus/>
  <cp:version/>
</cp:coreProperties>
</file>